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INFER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CBD5E1"/>
                </a:solidFill>
                <a:latin typeface="Calibri"/>
              </a:rPr>
              <a:t>Intelligent Navigation and Facility Environment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94A3B8"/>
                </a:solidFill>
                <a:latin typeface="Calibri"/>
              </a:rPr>
              <a:t>User guide  ·  open a building, read 3D / plan / graph, route, what-if,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Calibri"/>
              </a:rPr>
              <a:t>Internship proof-of-concept  ·  internal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What INFER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Calibri"/>
              </a:rPr>
              <a:t>Turns a static IFC / IndoorGML file into something you can route through — without changing the BIM.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Ingest IFC or IndoorGML on this PC (spaces, doors, stairs, furniture).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Show 3D BIM, a 2D plan, and a room connectivity graph.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Right-click two points (or nearest exit) for a walkable path around desks.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Double-click a door or a room to close it for this session.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Evacuation heat + worst bottlenecks. Share GLB / QR (USDZ on iPhone).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The workspace: three panes</a:t>
            </a:r>
          </a:p>
        </p:txBody>
      </p:sp>
      <p:pic>
        <p:nvPicPr>
          <p:cNvPr id="4" name="Picture 3" descr="ui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76809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Real UI (before a model is loaded). Top bar: INFER · model menu · theme.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188720"/>
            <a:ext cx="3474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3D — orbit or fly; storey clip is independent of 2D.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2D — IFC drawing or Navmesh routing.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Graph — rooms as a network (not where you pick paths).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Control tray — find / remove / restore by name.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Refresh clears memory — open the file again.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Open 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Calibri"/>
              </a:rPr>
              <a:t>Top bar → model name → Open model…  ·  or the Open model button on an empty pane.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Accepts .ifc, .ifczip, .gml, .indoorgml.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Pipeline: upload → extract → footprints → Geometry-rules graph.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A large building can take minutes (furniture meshes).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Watch the dialog progress and the status line.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Files stay under data/ on this PC — not the cloud.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2D Viewer — the floorplan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Calibri"/>
              </a:rPr>
              <a:t>Same footprints the app draws. Example: Trapelo existing-conditions, Floor 2.</a:t>
            </a:r>
          </a:p>
        </p:txBody>
      </p:sp>
      <p:pic>
        <p:nvPicPr>
          <p:cNvPr id="5" name="Picture 4" descr="plan-floor2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3856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How to read the plan</a:t>
            </a:r>
          </a:p>
        </p:txBody>
      </p:sp>
      <p:pic>
        <p:nvPicPr>
          <p:cNvPr id="4" name="Picture 3" descr="plan-cubicles-clos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315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18872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Grey fill — rooms (walkable space).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Cream — true furniture occupancy, not a convex box.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Chair wells stay empty — you can walk there.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Amber glyphs — IFC doors (swing/slide when known).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Blue disc — 3D camera on this storey.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Legend toggles layers; furniture off ≠ ignored by routing.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3D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Calibri"/>
              </a:rPr>
              <a:t>Independent storey clip from the 2D dropdown. IndoorGML uses extruded footprints, not BIM.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Orbit — drag around the building.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Fly — WASD, Space up, Shift down, Ctrl faster.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IFC tab — real mesh. Navmesh tab — portals / walkable overlay.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Camera disc on the 2D plan tracks this viewpoint.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Ask for a route (Navmesh tab)</a:t>
            </a:r>
          </a:p>
        </p:txBody>
      </p:sp>
      <p:pic>
        <p:nvPicPr>
          <p:cNvPr id="4" name="Picture 3" descr="plan-spaces-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94944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234440"/>
            <a:ext cx="4297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Switch 2D from IFC (drawing) to Navmesh.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Route: right-click start, then end (other floor is OK).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Nearest exit: right-click once.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Long right-click clears the path.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Path stays ~40 cm off walls and goes around desks.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What-if: block a door or a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Calibri"/>
              </a:rPr>
              <a:t>Session overlay only — the IFC file is never rewritten.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Navmesh: left-click selects (after a short delay).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Double-click a portal — slash on the door; routing treats it as closed.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Double-click a space — pale fill + slash; the whole room is closed.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Double-click again to unblock, or use “N blocked · clear”.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This is not Remove: Control / Graph right-click takes an entity out of the live model until you restore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Evacuation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Every unblocked room walks to its nearest exit (stairs/lifts included).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Heat on doors and stairs; larger rooms count more (area proxy, not a headcount file).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Blocking a door or room changes the heat.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Worst bottlenecks list — click a row to jump 2D storey and fly 3D there.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A planning sketch, not a fire-engineer’s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Graph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Calibri"/>
              </a:rPr>
              <a:t>Rooms as nodes. Most door nodes are hidden. Everyday paths: right-click the floorplan, not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Geometry rules (default) — IFC plus healed doors / openings / stairs. Use this to route.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IFC relations — authored links only; often too sparse on real exports.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No TopologicPy in the UI — that API variant is an unfinished stub.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Colours: yellow door heal, green opening, purple stair; grey = IFC. Red ring = nested parent.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Right-click node/link to remove or disable; restore from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Control tray and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Control (right): filter by level / category, search, Remove / restore.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When a navmesh route exists, Share on the top bar.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GLB download; USDZ on iPhone; short-lived link + QR on the same network.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Best 3D export if the 3D pane is open and IFC has finished loading.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Say this in 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This is a POC. Do not treat paths or exits as certified life-safety.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IFC quality matters — missing rooms or doors leave gaps.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Refresh loses the UI session; derived files remain on disk.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2D shows one storey; a multi-storey route draws the piece on the floor you are viewing.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If it will not route: IFC tab, missed region, blocked door/room, or IFC-only graph.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A five-minute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1. Open model… and wait until the toast shows spaces and links.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2. 2D IFC tab → pick a storey → Legend if needed. Orbit or Fly in 3D.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3. Navmesh → Route → right-click two rooms (try another floor for the second click).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4. Nearest exit. Double-click a door, then a room; repeat the route.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5. Evacuation load + bottlenecks. Share if you want the 3D hand-off.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INFER  ·  internship POC  ·  not for life-safety sign-off</a:t>
            </a:r>
            <a: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