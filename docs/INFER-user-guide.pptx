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Calibri"/>
              </a:rPr>
              <a:t>INFER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CBD5E1"/>
                </a:solidFill>
                <a:latin typeface="Calibri"/>
              </a:rPr>
              <a:t>Intelligent Navigation and Facility Environment 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94A3B8"/>
                </a:solidFill>
                <a:latin typeface="Calibri"/>
              </a:rPr>
              <a:t>User guide  ·  how to open a building, read the plan, and ask for a walkable route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Calibri"/>
              </a:rPr>
              <a:t>Internship proof-of-concept  ·  internal 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What INFER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34155"/>
                </a:solidFill>
                <a:latin typeface="Calibri"/>
              </a:rPr>
              <a:t>Turns a static IFC / IndoorGML file into something you can route through — without changing the BIM.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Ingest the model on this machine (spaces, doors, stairs, furniture).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Draw a 2D plan and a connectivity graph.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Click two points (or one point + nearest exit) for a walkable path.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Optionally block a door or view evacuation heat on portals.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Share the route as a 3D file or a short-lived link / QR.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INFER  ·  internship POC  ·  not for life-safety sign-off</a:t>
            </a: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The workspace: three panes</a:t>
            </a:r>
          </a:p>
        </p:txBody>
      </p:sp>
      <p:pic>
        <p:nvPicPr>
          <p:cNvPr id="4" name="Picture 3" descr="ui-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768096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Calibri"/>
              </a:rPr>
              <a:t>Real UI (before a model is loaded). Top bar: INFER · model menu · theme.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188720"/>
            <a:ext cx="3474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3D Viewer — orbit or fly the BIM.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2D Viewer — one storey plan + routes.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Graph Viewer — rooms as a network.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Open / close panes from the bar.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Refresh clears the session — open the file again.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INFER  ·  internship POC  ·  not for life-safety sign-off</a:t>
            </a:r>
            <a: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Open 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34155"/>
                </a:solidFill>
                <a:latin typeface="Calibri"/>
              </a:rPr>
              <a:t>Top bar → model name → Open model…  ·  or the Open model button on an empty pane.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Accepts .ifc, .ifczip, .gml, .indoorgml.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Pipeline: upload → extract → footprints → geometry graph.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A large building can take minutes (furniture meshes).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Watch the dialog progress and the status line.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Files stay under data/ on this PC — not the cloud.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INFER  ·  internship POC  ·  not for life-safety sign-off</a:t>
            </a: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2D Viewer — the floorplan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34155"/>
                </a:solidFill>
                <a:latin typeface="Calibri"/>
              </a:rPr>
              <a:t>Same footprints the app draws. Example: Trapelo existing-conditions, Floor 2.</a:t>
            </a:r>
          </a:p>
        </p:txBody>
      </p:sp>
      <p:pic>
        <p:nvPicPr>
          <p:cNvPr id="5" name="Picture 4" descr="plan-floor2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1133856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INFER  ·  internship POC  ·  not for life-safety sign-off</a:t>
            </a: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How to read the plan</a:t>
            </a:r>
          </a:p>
        </p:txBody>
      </p:sp>
      <p:pic>
        <p:nvPicPr>
          <p:cNvPr id="4" name="Picture 3" descr="plan-cubicles-close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73152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188720"/>
            <a:ext cx="3931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Grey fill — rooms (walkable space).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Cream — furniture occupancy.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Not a rubber-band box around the cubicle.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Chair wells stay empty — you can walk there.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Amber dots — doors.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Legend toggles layers if it is too busy.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INFER  ·  internship POC  ·  not for life-safety sign-off</a:t>
            </a: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Ask for a route (Navmesh tab)</a:t>
            </a:r>
          </a:p>
        </p:txBody>
      </p:sp>
      <p:pic>
        <p:nvPicPr>
          <p:cNvPr id="4" name="Picture 3" descr="plan-spaces-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94944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234440"/>
            <a:ext cx="4297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Switch 2D Viewer from IFC to Navmesh.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Route: right-click start, then end (other floor is OK).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Nearest exit: right-click once.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Long right-click clears the path.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Path stays ~40 cm off walls and goes around desks.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INFER  ·  internship POC  ·  not for life-safety sign-off</a:t>
            </a: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What-if and evacuation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Double-click a door portal on Navmesh to block it for this session (file unchanged).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Evacuation load: every room walks to its nearest exit; hot doors/stairs carry more traffic.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Larger rooms count more than tiny ones — a sketch, not a fire-engineer’s model.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Blocking a door changes both the click-route and the heat.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Control panel (right): search by level / name, remove or restore entities.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INFER  ·  internship POC  ·  not for life-safety sign-off</a:t>
            </a:r>
            <a: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3796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Graph Viewer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34155"/>
                </a:solidFill>
                <a:latin typeface="Calibri"/>
              </a:rPr>
              <a:t>Rooms (and stairs/lifts) as nodes. Most door nodes are hidden so you can read the picture.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Default graph after ingest is Geometry — IFC plus healed links (use this to route).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IFC-only is often too sparse on real exports.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Colours: yellow door heal, green opening, purple stair; grey = authored IFC.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Right-click a node or link to remove / disable; restore from Control.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Everyday paths: right-click the floorplan, not the graph.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INFER  ·  internship POC  ·  not for life-safety sign-off</a:t>
            </a: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3D Viewer and sharing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3D: Orbit, or Fly (WASD, Space up, Shift down, Ctrl faster).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Optional navmesh overlay; 3D storey clip is independent of the 2D level dropdown.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When a navmesh route exists, Share on the top bar: GLB download, USDZ on iPhone, or QR link.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Best export if the 3D pane is open and the IFC has finished loading.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INFER  ·  internship POC  ·  not for life-safety sign-off</a:t>
            </a:r>
            <a: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3796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Say this in a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This is a POC. Do not treat paths or exits as certified life-safety.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IFC quality matters — missing rooms or doors leave gaps.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Refresh loses the UI session; derived files remain on disk.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2D shows one storey; a multi-storey route draws the piece on the floor you are viewing.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If it will not route: you are on the IFC tab, the click missed a region, or a portal is blocked.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INFER  ·  internship POC  ·  not for life-safety sign-off</a:t>
            </a:r>
            <a: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3796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A five-minute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1. Open model… and wait until the toast shows spaces and links.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2. 2D Viewer → pick a storey → IFC tab: show rooms and furniture.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3. Navmesh tab → Route → right-click two rooms (try another floor for the second click).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4. Nearest exit from the same start. Then block a door and repeat.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5. Turn on Evacuation load. Share the route if you want the 3D hand-off.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INFER  ·  internship POC  ·  not for life-safety sign-off</a:t>
            </a:r>
            <a: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3796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